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3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806" autoAdjust="0"/>
  </p:normalViewPr>
  <p:slideViewPr>
    <p:cSldViewPr snapToGrid="0">
      <p:cViewPr varScale="1">
        <p:scale>
          <a:sx n="65" d="100"/>
          <a:sy n="65" d="100"/>
        </p:scale>
        <p:origin x="13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8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4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4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75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1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8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80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45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49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4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1895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729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5647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48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182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13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C21A-FB70-47BC-961F-A3869D880EA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39A95D1-20CC-4192-9D0A-A48BDACC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6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poorvakadiyala" TargetMode="External"/><Relationship Id="rId2" Type="http://schemas.openxmlformats.org/officeDocument/2006/relationships/hyperlink" Target="mailto:apoorvakadiyalaa@gmail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pookadyy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DFE5-7C4A-ECC8-882B-A3E102027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207818"/>
            <a:ext cx="8259097" cy="6078681"/>
          </a:xfrm>
        </p:spPr>
        <p:txBody>
          <a:bodyPr/>
          <a:lstStyle/>
          <a:p>
            <a:pPr algn="ctr"/>
            <a:r>
              <a:rPr lang="en-IN" sz="3600" dirty="0">
                <a:solidFill>
                  <a:schemeClr val="tx2">
                    <a:lumMod val="75000"/>
                  </a:schemeClr>
                </a:solidFill>
              </a:rPr>
              <a:t>Welcome To Data Analytics Portfolio</a:t>
            </a:r>
            <a:br>
              <a:rPr lang="en-IN" sz="3600" dirty="0">
                <a:solidFill>
                  <a:schemeClr val="tx2">
                    <a:lumMod val="75000"/>
                  </a:schemeClr>
                </a:solidFill>
              </a:rPr>
            </a:br>
            <a:br>
              <a:rPr lang="en-IN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Week 1 – Week 6</a:t>
            </a:r>
            <a:br>
              <a:rPr lang="en-IN" sz="3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Projects </a:t>
            </a:r>
            <a:br>
              <a:rPr lang="en-IN" sz="3600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IN" sz="3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Subtitle:</a:t>
            </a:r>
            <a:br>
              <a:rPr lang="en-US" sz="2000" dirty="0"/>
            </a:br>
            <a:r>
              <a:rPr lang="en-US" sz="2000" dirty="0"/>
              <a:t>Business • Healthcare • Sports • Finance • E-commerce Analytics</a:t>
            </a:r>
            <a:br>
              <a:rPr lang="en-US" sz="3600" dirty="0"/>
            </a:br>
            <a:r>
              <a:rPr lang="en-US" sz="3600" dirty="0"/>
              <a:t>                                 </a:t>
            </a:r>
            <a:br>
              <a:rPr lang="en-US" sz="3600" dirty="0"/>
            </a:br>
            <a:r>
              <a:rPr lang="en-US" sz="3600" dirty="0"/>
              <a:t>                                 </a:t>
            </a:r>
            <a:br>
              <a:rPr lang="en-US" sz="3600" dirty="0"/>
            </a:br>
            <a:r>
              <a:rPr lang="en-US" sz="3600" dirty="0"/>
              <a:t>                               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Apoorva Kadiyala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Aspiring Data Analyst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Tools: Python, SQL, Excel &amp; </a:t>
            </a:r>
            <a:r>
              <a:rPr lang="en-US" sz="1600" dirty="0" err="1"/>
              <a:t>PowerBI</a:t>
            </a:r>
            <a:r>
              <a:rPr lang="en-US" sz="1600" dirty="0"/>
              <a:t>             </a:t>
            </a:r>
            <a:br>
              <a:rPr lang="en-US" sz="1600" dirty="0"/>
            </a:br>
            <a:endParaRPr lang="en-IN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77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96E7-AC60-A8D8-0953-1D7998B0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10A1-8AC8-AB32-BBA5-408116385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54942"/>
            <a:ext cx="8596668" cy="3883742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Apply analytics techniques to real-world datasets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Generate actionable business insights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Build domain-specific dashboards and reports</a:t>
            </a:r>
          </a:p>
          <a:p>
            <a:pPr marL="0" indent="0">
              <a:buNone/>
            </a:pPr>
            <a:r>
              <a:rPr lang="en-IN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0013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3350-F1B4-4D06-5DCB-32F4FA08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41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Projects Covered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03270-BDEB-CA62-B478-1DD3D348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8596668" cy="4635350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800" dirty="0"/>
              <a:t>Business Sales Analysis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800" dirty="0"/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800" dirty="0"/>
              <a:t> HealthCare Data Analytics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sz="28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800" dirty="0"/>
              <a:t> 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Sports Analytics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Financial Market 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E-commerce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76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D8B4-1FA0-CAA9-197D-7497461C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Tools &amp; Technologies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6397B0-C897-634C-492F-98B75A07F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3" y="1930400"/>
            <a:ext cx="8682447" cy="355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(Pandas, NumPy)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 / Tableau / Matplotlib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Excel, SQL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PDF Reports, Dashboards,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71491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DAF5-C4E0-E3D2-3A50-AB8F4633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290"/>
            <a:ext cx="8596668" cy="88490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Project 1 – Business Sales Analysis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843EA-4FF6-C5F8-136A-7C3472B9F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5" y="1209368"/>
            <a:ext cx="9252155" cy="4385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b="1" dirty="0"/>
              <a:t>Problem Statement</a:t>
            </a: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sz="3100" dirty="0"/>
              <a:t>Analyze sales trends, customer behavior, and product performance.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Dashboard Includes</a:t>
            </a:r>
          </a:p>
          <a:p>
            <a:pPr marL="0" indent="0">
              <a:buNone/>
            </a:pPr>
            <a:endParaRPr lang="en-US" sz="31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100" dirty="0">
                <a:solidFill>
                  <a:schemeClr val="tx1"/>
                </a:solidFill>
                <a:latin typeface="Arial" panose="020B0604020202020204" pitchFamily="34" charset="0"/>
              </a:rPr>
              <a:t>Monthly &amp; yearly sales trends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100" dirty="0">
                <a:solidFill>
                  <a:schemeClr val="tx1"/>
                </a:solidFill>
                <a:latin typeface="Arial" panose="020B0604020202020204" pitchFamily="34" charset="0"/>
              </a:rPr>
              <a:t>Top-performing products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3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100" dirty="0">
                <a:solidFill>
                  <a:schemeClr val="tx1"/>
                </a:solidFill>
                <a:latin typeface="Arial" panose="020B0604020202020204" pitchFamily="34" charset="0"/>
              </a:rPr>
              <a:t>Region-wise sales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100" dirty="0">
                <a:solidFill>
                  <a:schemeClr val="tx1"/>
                </a:solidFill>
                <a:latin typeface="Arial" panose="020B0604020202020204" pitchFamily="34" charset="0"/>
              </a:rPr>
              <a:t>Customer purchase frequency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7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B828-AEC0-187F-E5AB-C0C67ED1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Project 2 – Healthcare Data Analysis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4387-3AB9-400B-BC34-E79B0D288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376517"/>
            <a:ext cx="9458633" cy="45523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Problem Statement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Analyze patient statistics, treatment outcomes, and hospital performance.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Dashboard Includes</a:t>
            </a:r>
          </a:p>
          <a:p>
            <a:pPr marL="0" indent="0">
              <a:buNone/>
            </a:pPr>
            <a:endParaRPr lang="en-US" sz="28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800" dirty="0"/>
              <a:t>Patient demographics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800" dirty="0"/>
              <a:t>Recovery &amp; mortality rates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800" dirty="0"/>
              <a:t>Department-wise performance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800" dirty="0"/>
              <a:t>Average length of stay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32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BD47-C401-CFB8-EBBC-5F0C6B20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3794"/>
            <a:ext cx="8596668" cy="1052051"/>
          </a:xfrm>
        </p:spPr>
        <p:txBody>
          <a:bodyPr/>
          <a:lstStyle/>
          <a:p>
            <a:r>
              <a:rPr lang="en-IN" dirty="0"/>
              <a:t>       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Project 3 – Sports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EE65-3798-D07C-AF38-36DC44BB6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1" y="1140542"/>
            <a:ext cx="10451691" cy="489646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7400" b="1" dirty="0"/>
              <a:t>Problem Statement</a:t>
            </a:r>
          </a:p>
          <a:p>
            <a:endParaRPr lang="en-US" sz="7400" b="1" dirty="0"/>
          </a:p>
          <a:p>
            <a:pPr marL="0" indent="0">
              <a:buNone/>
            </a:pPr>
            <a:r>
              <a:rPr lang="en-US" sz="7400" dirty="0"/>
              <a:t>Evaluate player performance, team statistics, and match outcomes.</a:t>
            </a:r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r>
              <a:rPr lang="en-US" sz="7400" b="1" dirty="0"/>
              <a:t>Dashboard Includes</a:t>
            </a:r>
          </a:p>
          <a:p>
            <a:pPr marL="0" indent="0">
              <a:buNone/>
            </a:pPr>
            <a:endParaRPr lang="en-US" sz="74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7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Player performance metrics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7400" dirty="0"/>
              <a:t>Match win/loss trends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7400" dirty="0"/>
              <a:t>Performance consistency index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45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9544-D0C7-0ED0-85A0-371D039C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16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Project 4 – Financial Market Analysis</a:t>
            </a:r>
            <a:br>
              <a:rPr lang="en-IN" b="1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E3FE-DBA8-7879-B15B-7C88DF0C3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683"/>
            <a:ext cx="8596668" cy="45346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Problem Statement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Analyze stock trends, portfolio performance, and investment risk.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Dashboard Includes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Stock price trends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Moving averages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Portfolio returns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Volatility &amp; risk metrics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39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55A7-AAA0-7FD6-D8F7-09FEE6C3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Project 5 – E-commerce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CB793-8787-D36D-4E91-2A031BFA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/>
              <a:t>Problem Statement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Understand customer behavior and improve personalization.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Dashboard Includes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Customer segmentation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Purchase frequency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Product recommendation trends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Cart abandonment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40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97A8-EE5C-5C47-6BFB-75C3C0AC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8246"/>
            <a:ext cx="8596668" cy="1101969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Overall Cross-Project Insights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19FC88-6C2D-07B4-7261-23312D8E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1" y="1336431"/>
            <a:ext cx="9460523" cy="471267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 Data analytics enables </a:t>
            </a:r>
            <a:r>
              <a:rPr lang="en-US" sz="2400" b="1" dirty="0"/>
              <a:t>better decision-making across industries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Patterns such as </a:t>
            </a:r>
            <a:r>
              <a:rPr lang="en-US" sz="2400" b="1" dirty="0"/>
              <a:t>customer concentration, performance consistency, and risk management</a:t>
            </a:r>
            <a:r>
              <a:rPr lang="en-US" sz="2400" dirty="0"/>
              <a:t> appear across domains.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Visualization and dashboards play a critical role in </a:t>
            </a:r>
            <a:r>
              <a:rPr lang="en-US" sz="2400" b="1" dirty="0"/>
              <a:t>communicating insights effectively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Business impact improves when insights are </a:t>
            </a:r>
            <a:r>
              <a:rPr lang="en-US" sz="2400" b="1" dirty="0"/>
              <a:t>actionable and clearly presented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Clr>
                <a:srgbClr val="92D050"/>
              </a:buClr>
            </a:pPr>
            <a:r>
              <a:rPr lang="en-US" sz="2400" dirty="0"/>
              <a:t>A unified analytics portfolio showcases both </a:t>
            </a:r>
            <a:r>
              <a:rPr lang="en-US" sz="2400" b="1" dirty="0"/>
              <a:t>technical expertise and business understanding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4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3014-E0C4-5EFB-FA49-726D1783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8892"/>
          </a:xfrm>
        </p:spPr>
        <p:txBody>
          <a:bodyPr/>
          <a:lstStyle/>
          <a:p>
            <a:r>
              <a:rPr lang="en-IN" dirty="0"/>
              <a:t>         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Unified Dashboard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D6ED6-7B2C-8755-2441-A90C5D073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8493"/>
            <a:ext cx="8596668" cy="462287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Purpose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Single view showcasing analytics capabilities across domains.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Includes:</a:t>
            </a:r>
          </a:p>
          <a:p>
            <a:pPr marL="0" indent="0">
              <a:buNone/>
            </a:pPr>
            <a:endParaRPr lang="en-US" sz="24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KPIs from all projects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Interactive filters by domain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Summary insights panel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82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5C06-74C1-8965-EDF9-B8430888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9382"/>
            <a:ext cx="8596668" cy="883227"/>
          </a:xfrm>
        </p:spPr>
        <p:txBody>
          <a:bodyPr/>
          <a:lstStyle/>
          <a:p>
            <a:r>
              <a:rPr lang="en-IN" dirty="0"/>
              <a:t>       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Reporting &amp; Documentation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855FB-259A-BE56-55D7-EB9EA64BC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09" y="1132610"/>
            <a:ext cx="9201283" cy="5104067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Reports Created</a:t>
            </a:r>
          </a:p>
          <a:p>
            <a:endParaRPr lang="en-IN" sz="2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Executive summary reports (PDF)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Project-wise insight documents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Dashboard snapshots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dirty="0"/>
              <a:t>Focus Areas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Business impact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Clear storytelling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Data-driven decision support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10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BA36-B095-3BF0-F097-9651911A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5138"/>
            <a:ext cx="8596668" cy="961293"/>
          </a:xfrm>
        </p:spPr>
        <p:txBody>
          <a:bodyPr/>
          <a:lstStyle/>
          <a:p>
            <a:r>
              <a:rPr lang="en-IN" dirty="0"/>
              <a:t>            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F53A0-EA83-5D0C-4C59-0325EB63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7" y="1043355"/>
            <a:ext cx="9167447" cy="5205046"/>
          </a:xfrm>
        </p:spPr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US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US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US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Improved decision-making through insights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Identified performance gaps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Supported strategic planning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Demonstrated end-to-end analytics workflow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600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E2E5-056D-357F-EAB1-8B49F953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BD0A4-A2A4-B346-A437-E456052D6F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78451" y="2090172"/>
            <a:ext cx="990860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foundation in data analytics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across multiple industries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dashboard &amp; reporting skills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Analyst / Business Analyst roles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338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4D9-1911-26CA-FF9E-8A5F2EF4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19" y="1359877"/>
            <a:ext cx="8596668" cy="907293"/>
          </a:xfrm>
        </p:spPr>
        <p:txBody>
          <a:bodyPr/>
          <a:lstStyle/>
          <a:p>
            <a:pPr algn="ctr"/>
            <a:r>
              <a:rPr lang="en-IN" sz="4400" dirty="0">
                <a:solidFill>
                  <a:srgbClr val="002060"/>
                </a:solidFill>
              </a:rPr>
              <a:t>Contact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4D49-A4AB-E0B5-0663-EDEAA2B95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637692"/>
            <a:ext cx="10445262" cy="2180493"/>
          </a:xfrm>
        </p:spPr>
        <p:txBody>
          <a:bodyPr/>
          <a:lstStyle/>
          <a:p>
            <a:pPr algn="ctr"/>
            <a:r>
              <a:rPr lang="en-IN" dirty="0"/>
              <a:t>Email ID: </a:t>
            </a:r>
            <a:r>
              <a:rPr lang="en-IN" dirty="0">
                <a:hlinkClick r:id="rId2"/>
              </a:rPr>
              <a:t>apoorvakadiyalaa@gmail.com</a:t>
            </a:r>
            <a:endParaRPr lang="en-IN" dirty="0"/>
          </a:p>
          <a:p>
            <a:pPr algn="ctr"/>
            <a:r>
              <a:rPr lang="en-IN" dirty="0"/>
              <a:t>       </a:t>
            </a:r>
            <a:r>
              <a:rPr lang="en-IN" dirty="0" err="1"/>
              <a:t>Linkedin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www.linkedin.com/in/apoorvakadiyala</a:t>
            </a:r>
            <a:endParaRPr lang="en-IN" dirty="0"/>
          </a:p>
          <a:p>
            <a:pPr algn="ctr"/>
            <a:r>
              <a:rPr lang="en-IN" dirty="0"/>
              <a:t> </a:t>
            </a:r>
            <a:r>
              <a:rPr lang="en-IN" dirty="0" err="1"/>
              <a:t>Github</a:t>
            </a:r>
            <a:r>
              <a:rPr lang="en-IN" dirty="0"/>
              <a:t>: </a:t>
            </a:r>
            <a:r>
              <a:rPr lang="en-IN" dirty="0">
                <a:hlinkClick r:id="rId4"/>
              </a:rPr>
              <a:t>https://github.com/Apookadyy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33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E016-B19E-B927-90CE-F69D21B0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711569"/>
            <a:ext cx="8596668" cy="2121877"/>
          </a:xfrm>
        </p:spPr>
        <p:txBody>
          <a:bodyPr>
            <a:normAutofit/>
          </a:bodyPr>
          <a:lstStyle/>
          <a:p>
            <a:pPr algn="ctr"/>
            <a:r>
              <a:rPr lang="en-IN" sz="8800" dirty="0">
                <a:solidFill>
                  <a:schemeClr val="tx1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2749045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190</TotalTime>
  <Words>475</Words>
  <Application>Microsoft Office PowerPoint</Application>
  <PresentationFormat>Widescreen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Welcome To Data Analytics Portfolio  Week 1 – Week 6 Projects   Subtitle: Business • Healthcare • Sports • Finance • E-commerce Analytics                                                                                                     Apoorva Kadiyala                                                                            Aspiring Data Analyst                                                                             Tools: Python, SQL, Excel &amp; PowerBI              </vt:lpstr>
      <vt:lpstr>Objective </vt:lpstr>
      <vt:lpstr>Projects Covered </vt:lpstr>
      <vt:lpstr>Tools &amp; Technologies </vt:lpstr>
      <vt:lpstr>Project 1 – Business Sales Analysis</vt:lpstr>
      <vt:lpstr>Project 2 – Healthcare Data Analysis</vt:lpstr>
      <vt:lpstr>          Project 3 – Sports Analytics</vt:lpstr>
      <vt:lpstr>      Project 4 – Financial Market Analysis    </vt:lpstr>
      <vt:lpstr>    Project 5 – E-commerce Analytics</vt:lpstr>
      <vt:lpstr>Overall Cross-Project Insights </vt:lpstr>
      <vt:lpstr>            Unified Dashboard View</vt:lpstr>
      <vt:lpstr>          Reporting &amp; Documentation</vt:lpstr>
      <vt:lpstr>               Business Impact</vt:lpstr>
      <vt:lpstr>                     Conclusion</vt:lpstr>
      <vt:lpstr>Contact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Kesava Rao Kadiyala</dc:creator>
  <cp:lastModifiedBy>Kesava Rao Kadiyala</cp:lastModifiedBy>
  <cp:revision>2</cp:revision>
  <dcterms:created xsi:type="dcterms:W3CDTF">2026-01-18T05:18:09Z</dcterms:created>
  <dcterms:modified xsi:type="dcterms:W3CDTF">2026-01-18T14:11:02Z</dcterms:modified>
</cp:coreProperties>
</file>